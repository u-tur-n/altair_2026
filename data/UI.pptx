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C7203-5817-438F-AD5C-224433D377E4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0FA18-A15F-4F8A-AF7B-B4E7083847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16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0FA18-A15F-4F8A-AF7B-B4E70838478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134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93258A-95B5-8DE3-1B87-755E5E3AF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116A11-28EC-6761-B374-194B22FDE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086B64-B463-821D-DEFD-78464013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ED0FC2-7F98-B305-110B-7CF84140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A49BCE-ADF1-BE53-A508-1AF00175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51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8A9AAB-8091-6E63-B6DE-D05A7B98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0F29DF-E0A8-7075-2337-9B7DFC917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76095A-0D95-54BD-B0D5-0AAD39D9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62CB1D-512D-D5CC-28D7-547533DA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F4A2B-3B2A-E915-D62B-965F0F02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71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F9055F-6DA0-31FF-B01E-08862E3F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1BA5E4-F4A4-28F6-2ABB-C1C624506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548394-AD90-DB1A-7647-FC66189F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1F0D6B-2B26-7503-7F2A-F193933B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90FEA-C5AE-2BB8-FB9B-384EBFF0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41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1DB1E4-7A47-9302-3541-2AB118B9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D2F678-7350-5731-FE91-DE42A5632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3FD377-00A0-FD2A-C4E6-9D4C8C11E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C9F1E0-CB01-D691-F10F-5723CC02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917E35-3067-F9BA-8CD1-2D17B29B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96A347-766F-C4EF-A3C7-677F5620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19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F72E60-4F37-CA09-54CB-AA788C79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75DD74-7617-B7F0-0717-9EDEF62CF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AC7935-7C7B-F3DE-6937-9881DB2F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4D4BE6-648B-5EEC-4BBD-141909011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F96342-A7EC-78C1-0A8C-C82AC6ADE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E659C4-0B13-35E5-FD54-6B507E43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C27CA3-E2AA-707A-8BBD-FCDB5394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BAE368-070C-F96D-9726-BAB1D2E7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463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A639D9-29D2-D059-DED5-A7534513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B3A4CD-84A9-93D0-A930-54E81152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9E3976-C28D-E6F9-4B50-648AB225E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8C7B51-D3D6-DC2A-F811-AA3C02B0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9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23A9EB-8E87-5852-1B70-66DF0857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527F2-7091-697D-E28F-F473592D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B92B87-00F6-65F5-90A5-926341AC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42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A3A68D-6C0E-64AC-9CDE-512A43BE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81C8B7-BD32-2D21-DA8C-C39C840C6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11E6D8-9ABF-BBD8-10C2-14F750E25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3EB27E-7D3B-F65C-7632-39755D56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454A34-95B6-741C-B261-74D64BA4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E588D0-D8CC-7D03-643E-294E6EED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22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1BD0D-517B-0C50-C205-F89ECC1E9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6E6C35-0CF3-399E-9BA9-20B45A4E7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207BB4-B00D-44A3-369A-2CEA0C6A0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6F103A-35EA-240A-B575-C9893C01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B0CE79-AC8C-205A-80FF-9059EC1D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B2ECB2-627B-DB5E-E68A-878875CE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03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8B452-7358-AB9B-5EF8-55771DC1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44A7B0-EF03-0014-6434-614553808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94F727-37FC-754E-54D6-17FF9993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09A87F-A0A7-6EBE-B76A-4E05EE81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1BFEF1-F363-A62C-0D8C-6B4715C6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83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76BD04F-D695-08B2-6867-54274ABDD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0C96F0-0FD4-381E-ECEC-6A95E05FD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89A626-1541-8D9F-A04F-C7F3240E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1BAB2-6390-183B-F850-7630B577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4FC570-C36E-BAEE-AABA-EA0CA699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8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A17FF8-1F23-0E3E-7F33-05877D7B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269869-3553-0C5D-FF2B-5C229B32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6BE791-6B77-6DDB-AF21-584CFC40F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98129-8EA7-4C98-BCA9-D52C6D174853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726B53-14B7-1CCE-BF33-1A13697B4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6ED233-721C-2009-BA3B-C88FBFE36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ACF35-E716-40D3-B8BC-87424C805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9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B592A9-F3CE-A095-C3FE-2C0C2291B18B}"/>
              </a:ext>
            </a:extLst>
          </p:cNvPr>
          <p:cNvSpPr/>
          <p:nvPr/>
        </p:nvSpPr>
        <p:spPr>
          <a:xfrm>
            <a:off x="105877" y="417900"/>
            <a:ext cx="5774593" cy="677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BC6C43-C9AF-9188-A929-CB5009BCC59E}"/>
              </a:ext>
            </a:extLst>
          </p:cNvPr>
          <p:cNvSpPr/>
          <p:nvPr/>
        </p:nvSpPr>
        <p:spPr>
          <a:xfrm>
            <a:off x="105877" y="1530547"/>
            <a:ext cx="5774593" cy="677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351DE9-EC38-0216-1FDA-D972695609EC}"/>
              </a:ext>
            </a:extLst>
          </p:cNvPr>
          <p:cNvSpPr/>
          <p:nvPr/>
        </p:nvSpPr>
        <p:spPr>
          <a:xfrm>
            <a:off x="105876" y="2643194"/>
            <a:ext cx="5774593" cy="677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05A74A-C01E-F555-2E71-E98811054BF8}"/>
              </a:ext>
            </a:extLst>
          </p:cNvPr>
          <p:cNvSpPr txBox="1"/>
          <p:nvPr/>
        </p:nvSpPr>
        <p:spPr>
          <a:xfrm>
            <a:off x="105876" y="77442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加速度 </a:t>
            </a:r>
            <a:r>
              <a:rPr kumimoji="1" lang="en-US" altLang="ja-JP" b="1" dirty="0"/>
              <a:t>[m/s</a:t>
            </a:r>
            <a:r>
              <a:rPr kumimoji="1" lang="en-US" altLang="ja-JP" b="1" baseline="30000" dirty="0"/>
              <a:t>2</a:t>
            </a:r>
            <a:r>
              <a:rPr kumimoji="1" lang="en-US" altLang="ja-JP" b="1" dirty="0"/>
              <a:t>]</a:t>
            </a:r>
            <a:endParaRPr kumimoji="1" lang="ja-JP" altLang="en-US" b="1" baseline="30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1695A64-B8B1-29C9-47EC-C679A985E6FA}"/>
              </a:ext>
            </a:extLst>
          </p:cNvPr>
          <p:cNvSpPr txBox="1"/>
          <p:nvPr/>
        </p:nvSpPr>
        <p:spPr>
          <a:xfrm>
            <a:off x="163968" y="478186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x : </a:t>
            </a:r>
            <a:endParaRPr kumimoji="1" lang="ja-JP" altLang="en-US" sz="3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40FE14-78F7-E01A-4A63-A1C3E3F5816B}"/>
              </a:ext>
            </a:extLst>
          </p:cNvPr>
          <p:cNvSpPr txBox="1"/>
          <p:nvPr/>
        </p:nvSpPr>
        <p:spPr>
          <a:xfrm>
            <a:off x="2239629" y="478186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y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DBA24A-E258-53CD-3D7F-B98093AD33D3}"/>
              </a:ext>
            </a:extLst>
          </p:cNvPr>
          <p:cNvSpPr txBox="1"/>
          <p:nvPr/>
        </p:nvSpPr>
        <p:spPr>
          <a:xfrm>
            <a:off x="4315291" y="478186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z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CB5210-C5A7-8E6A-F727-B91FD5F89959}"/>
              </a:ext>
            </a:extLst>
          </p:cNvPr>
          <p:cNvSpPr txBox="1"/>
          <p:nvPr/>
        </p:nvSpPr>
        <p:spPr>
          <a:xfrm>
            <a:off x="105877" y="1190090"/>
            <a:ext cx="2833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オイラー角 </a:t>
            </a:r>
            <a:r>
              <a:rPr kumimoji="1" lang="en-US" altLang="ja-JP" b="1" dirty="0"/>
              <a:t>(ZYX) [deg]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079627-C6E1-7810-FD0D-D937AC27010C}"/>
              </a:ext>
            </a:extLst>
          </p:cNvPr>
          <p:cNvSpPr txBox="1"/>
          <p:nvPr/>
        </p:nvSpPr>
        <p:spPr>
          <a:xfrm>
            <a:off x="163968" y="1590833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x : </a:t>
            </a:r>
            <a:endParaRPr kumimoji="1" lang="ja-JP" altLang="en-US" sz="3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3E4508-B658-FD12-4589-ACB1AFE7DC67}"/>
              </a:ext>
            </a:extLst>
          </p:cNvPr>
          <p:cNvSpPr txBox="1"/>
          <p:nvPr/>
        </p:nvSpPr>
        <p:spPr>
          <a:xfrm>
            <a:off x="2239629" y="1590833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y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66B167-4EF8-4984-9155-03967378F1A3}"/>
              </a:ext>
            </a:extLst>
          </p:cNvPr>
          <p:cNvSpPr txBox="1"/>
          <p:nvPr/>
        </p:nvSpPr>
        <p:spPr>
          <a:xfrm>
            <a:off x="4315291" y="1590833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z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5118BED-14E6-1775-327E-A8A9A59F150C}"/>
              </a:ext>
            </a:extLst>
          </p:cNvPr>
          <p:cNvSpPr txBox="1"/>
          <p:nvPr/>
        </p:nvSpPr>
        <p:spPr>
          <a:xfrm>
            <a:off x="105877" y="2302737"/>
            <a:ext cx="3407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緯度</a:t>
            </a:r>
            <a:r>
              <a:rPr lang="ja-JP" altLang="en-US" b="1" dirty="0"/>
              <a:t>・</a:t>
            </a:r>
            <a:r>
              <a:rPr kumimoji="1" lang="ja-JP" altLang="en-US" b="1" dirty="0"/>
              <a:t>経度 </a:t>
            </a:r>
            <a:r>
              <a:rPr kumimoji="1" lang="en-US" altLang="ja-JP" b="1" dirty="0"/>
              <a:t>[deg]</a:t>
            </a:r>
            <a:r>
              <a:rPr kumimoji="1" lang="ja-JP" altLang="en-US" b="1" dirty="0"/>
              <a:t>　高度 </a:t>
            </a:r>
            <a:r>
              <a:rPr kumimoji="1" lang="en-US" altLang="ja-JP" b="1" dirty="0"/>
              <a:t>[m]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8F3F6E8-7D52-5641-73D9-6BFE9C0B94A9}"/>
              </a:ext>
            </a:extLst>
          </p:cNvPr>
          <p:cNvSpPr txBox="1"/>
          <p:nvPr/>
        </p:nvSpPr>
        <p:spPr>
          <a:xfrm>
            <a:off x="57893" y="2690780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緯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F8FFA67-8995-D3DB-21B7-FAA2BD6A21C2}"/>
              </a:ext>
            </a:extLst>
          </p:cNvPr>
          <p:cNvSpPr txBox="1"/>
          <p:nvPr/>
        </p:nvSpPr>
        <p:spPr>
          <a:xfrm>
            <a:off x="2125667" y="2690780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経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71CDF6-C427-1BA5-8D81-711F835C00C8}"/>
              </a:ext>
            </a:extLst>
          </p:cNvPr>
          <p:cNvSpPr txBox="1"/>
          <p:nvPr/>
        </p:nvSpPr>
        <p:spPr>
          <a:xfrm>
            <a:off x="4193441" y="2690780"/>
            <a:ext cx="1293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高</a:t>
            </a:r>
            <a:r>
              <a:rPr kumimoji="1" lang="en-US" altLang="ja-JP" sz="3200" dirty="0"/>
              <a:t> : </a:t>
            </a:r>
            <a:endParaRPr kumimoji="1" lang="ja-JP" altLang="en-US" sz="3200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CF6F2D-59A0-ED2A-6CF0-4B12A251C48D}"/>
              </a:ext>
            </a:extLst>
          </p:cNvPr>
          <p:cNvSpPr/>
          <p:nvPr/>
        </p:nvSpPr>
        <p:spPr>
          <a:xfrm>
            <a:off x="105877" y="3585456"/>
            <a:ext cx="5774592" cy="311975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60012F0-3792-E98B-601F-8588F57D90E2}"/>
              </a:ext>
            </a:extLst>
          </p:cNvPr>
          <p:cNvSpPr/>
          <p:nvPr/>
        </p:nvSpPr>
        <p:spPr>
          <a:xfrm>
            <a:off x="8030426" y="363470"/>
            <a:ext cx="2209800" cy="12966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solidFill>
                  <a:schemeClr val="tx1"/>
                </a:solidFill>
              </a:rPr>
              <a:t>SD</a:t>
            </a:r>
            <a:r>
              <a:rPr kumimoji="1" lang="ja-JP" altLang="en-US" sz="3600" b="1" dirty="0">
                <a:solidFill>
                  <a:schemeClr val="tx1"/>
                </a:solidFill>
              </a:rPr>
              <a:t>記録開始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DADE86C-9593-1857-551D-02C6B2FAEB14}"/>
              </a:ext>
            </a:extLst>
          </p:cNvPr>
          <p:cNvSpPr/>
          <p:nvPr/>
        </p:nvSpPr>
        <p:spPr>
          <a:xfrm>
            <a:off x="8030426" y="1900644"/>
            <a:ext cx="2209800" cy="12966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bg1"/>
                </a:solidFill>
              </a:rPr>
              <a:t>電装動作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1D277E1-6235-EEC4-93EC-C57FDD3047BD}"/>
              </a:ext>
            </a:extLst>
          </p:cNvPr>
          <p:cNvSpPr/>
          <p:nvPr/>
        </p:nvSpPr>
        <p:spPr>
          <a:xfrm>
            <a:off x="6248030" y="4424819"/>
            <a:ext cx="5774593" cy="1768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A383BD2-E238-D265-98EF-F78960367B83}"/>
              </a:ext>
            </a:extLst>
          </p:cNvPr>
          <p:cNvSpPr txBox="1"/>
          <p:nvPr/>
        </p:nvSpPr>
        <p:spPr>
          <a:xfrm>
            <a:off x="6248031" y="4084362"/>
            <a:ext cx="3407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ステータスメッセージ</a:t>
            </a:r>
            <a:endParaRPr kumimoji="1" lang="en-US" altLang="ja-JP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99A59AB-D870-60D8-D231-2C97973E856B}"/>
              </a:ext>
            </a:extLst>
          </p:cNvPr>
          <p:cNvSpPr txBox="1"/>
          <p:nvPr/>
        </p:nvSpPr>
        <p:spPr>
          <a:xfrm>
            <a:off x="6248031" y="3577850"/>
            <a:ext cx="3407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接続状態 </a:t>
            </a:r>
            <a:r>
              <a:rPr kumimoji="1" lang="en-US" altLang="ja-JP" b="1" dirty="0"/>
              <a:t>: 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DE5C217-04EE-FFD0-B369-6DF804DD8B28}"/>
              </a:ext>
            </a:extLst>
          </p:cNvPr>
          <p:cNvSpPr txBox="1"/>
          <p:nvPr/>
        </p:nvSpPr>
        <p:spPr>
          <a:xfrm>
            <a:off x="6074228" y="6403111"/>
            <a:ext cx="609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Altair Remote Monitoring &amp; Control System Ver. 1.0.0</a:t>
            </a:r>
          </a:p>
        </p:txBody>
      </p:sp>
    </p:spTree>
    <p:extLst>
      <p:ext uri="{BB962C8B-B14F-4D97-AF65-F5344CB8AC3E}">
        <p14:creationId xmlns:p14="http://schemas.microsoft.com/office/powerpoint/2010/main" val="93140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61</Words>
  <Application>Microsoft Office PowerPoint</Application>
  <PresentationFormat>ワイド画面</PresentationFormat>
  <Paragraphs>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アラカワユウタ</dc:creator>
  <cp:lastModifiedBy>アラカワユウタ</cp:lastModifiedBy>
  <cp:revision>1</cp:revision>
  <dcterms:created xsi:type="dcterms:W3CDTF">2026-06-15T07:44:52Z</dcterms:created>
  <dcterms:modified xsi:type="dcterms:W3CDTF">2026-06-15T08:39:28Z</dcterms:modified>
</cp:coreProperties>
</file>